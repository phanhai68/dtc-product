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Arial" panose="020B0604020202020204" pitchFamily="34" charset="0"/>
      <p:regular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5 Công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Nghệ</a:t>
              </a: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Cốt</a:t>
              </a: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Lõi</a:t>
              </a:r>
              <a:endParaRPr lang="en-US" sz="3600" b="1" spc="-1" dirty="0">
                <a:solidFill>
                  <a:srgbClr val="3A3A3A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3440" y="2364660"/>
            <a:ext cx="3588300" cy="2309580"/>
            <a:chOff x="0" y="0"/>
            <a:chExt cx="4784400" cy="3079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4344" cy="3079496"/>
            </a:xfrm>
            <a:custGeom>
              <a:avLst/>
              <a:gdLst/>
              <a:ahLst/>
              <a:cxnLst/>
              <a:rect l="l" t="t" r="r" b="b"/>
              <a:pathLst>
                <a:path w="4784344" h="3079496">
                  <a:moveTo>
                    <a:pt x="0" y="96266"/>
                  </a:moveTo>
                  <a:cubicBezTo>
                    <a:pt x="0" y="43053"/>
                    <a:pt x="43180" y="0"/>
                    <a:pt x="96393" y="0"/>
                  </a:cubicBezTo>
                  <a:lnTo>
                    <a:pt x="4687951" y="0"/>
                  </a:lnTo>
                  <a:lnTo>
                    <a:pt x="4687951" y="9398"/>
                  </a:lnTo>
                  <a:lnTo>
                    <a:pt x="4687951" y="0"/>
                  </a:lnTo>
                  <a:cubicBezTo>
                    <a:pt x="4741164" y="0"/>
                    <a:pt x="4784344" y="43053"/>
                    <a:pt x="4784344" y="96266"/>
                  </a:cubicBezTo>
                  <a:lnTo>
                    <a:pt x="4774946" y="96266"/>
                  </a:lnTo>
                  <a:lnTo>
                    <a:pt x="4784344" y="96266"/>
                  </a:lnTo>
                  <a:lnTo>
                    <a:pt x="4784344" y="2983230"/>
                  </a:lnTo>
                  <a:lnTo>
                    <a:pt x="4774946" y="2983230"/>
                  </a:lnTo>
                  <a:lnTo>
                    <a:pt x="4784344" y="2983230"/>
                  </a:lnTo>
                  <a:cubicBezTo>
                    <a:pt x="4784344" y="3036443"/>
                    <a:pt x="4741164" y="3079496"/>
                    <a:pt x="4687951" y="3079496"/>
                  </a:cubicBezTo>
                  <a:lnTo>
                    <a:pt x="4687951" y="3070098"/>
                  </a:lnTo>
                  <a:lnTo>
                    <a:pt x="4687951" y="3079496"/>
                  </a:lnTo>
                  <a:lnTo>
                    <a:pt x="96393" y="3079496"/>
                  </a:lnTo>
                  <a:lnTo>
                    <a:pt x="96393" y="3070098"/>
                  </a:lnTo>
                  <a:lnTo>
                    <a:pt x="96393" y="3079496"/>
                  </a:lnTo>
                  <a:cubicBezTo>
                    <a:pt x="43180" y="3079496"/>
                    <a:pt x="0" y="3036316"/>
                    <a:pt x="0" y="2983230"/>
                  </a:cubicBezTo>
                  <a:lnTo>
                    <a:pt x="0" y="96266"/>
                  </a:lnTo>
                  <a:lnTo>
                    <a:pt x="9398" y="96266"/>
                  </a:lnTo>
                  <a:lnTo>
                    <a:pt x="0" y="96266"/>
                  </a:lnTo>
                  <a:moveTo>
                    <a:pt x="18669" y="96266"/>
                  </a:moveTo>
                  <a:lnTo>
                    <a:pt x="18669" y="2983230"/>
                  </a:lnTo>
                  <a:lnTo>
                    <a:pt x="9398" y="2983230"/>
                  </a:lnTo>
                  <a:lnTo>
                    <a:pt x="18796" y="2983230"/>
                  </a:lnTo>
                  <a:cubicBezTo>
                    <a:pt x="18796" y="3026029"/>
                    <a:pt x="53594" y="3060700"/>
                    <a:pt x="96520" y="3060700"/>
                  </a:cubicBezTo>
                  <a:lnTo>
                    <a:pt x="4687951" y="3060700"/>
                  </a:lnTo>
                  <a:cubicBezTo>
                    <a:pt x="4730877" y="3060700"/>
                    <a:pt x="4765675" y="3026029"/>
                    <a:pt x="4765675" y="2983230"/>
                  </a:cubicBezTo>
                  <a:lnTo>
                    <a:pt x="4765675" y="96266"/>
                  </a:lnTo>
                  <a:cubicBezTo>
                    <a:pt x="4765675" y="53467"/>
                    <a:pt x="4730877" y="18796"/>
                    <a:pt x="4687951" y="18796"/>
                  </a:cubicBezTo>
                  <a:lnTo>
                    <a:pt x="96393" y="18796"/>
                  </a:lnTo>
                  <a:lnTo>
                    <a:pt x="96393" y="9398"/>
                  </a:lnTo>
                  <a:lnTo>
                    <a:pt x="96393" y="18796"/>
                  </a:lnTo>
                  <a:cubicBezTo>
                    <a:pt x="53467" y="18796"/>
                    <a:pt x="18669" y="53467"/>
                    <a:pt x="18669" y="96266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8540" y="2579040"/>
            <a:ext cx="3546180" cy="375840"/>
            <a:chOff x="0" y="0"/>
            <a:chExt cx="4728240" cy="50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28240" cy="501120"/>
            </a:xfrm>
            <a:custGeom>
              <a:avLst/>
              <a:gdLst/>
              <a:ahLst/>
              <a:cxnLst/>
              <a:rect l="l" t="t" r="r" b="b"/>
              <a:pathLst>
                <a:path w="4728240" h="501120">
                  <a:moveTo>
                    <a:pt x="0" y="0"/>
                  </a:moveTo>
                  <a:lnTo>
                    <a:pt x="4728240" y="0"/>
                  </a:lnTo>
                  <a:lnTo>
                    <a:pt x="4728240" y="501120"/>
                  </a:lnTo>
                  <a:lnTo>
                    <a:pt x="0" y="50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728240" cy="5201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 spc="-1">
                  <a:solidFill>
                    <a:srgbClr val="3A3A3A"/>
                  </a:solidFill>
                  <a:latin typeface="Arimo"/>
                  <a:ea typeface="Arimo"/>
                  <a:cs typeface="Arimo"/>
                  <a:sym typeface="Arimo"/>
                </a:rPr>
                <a:t>Nền tảng PLOV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215926" y="3086100"/>
            <a:ext cx="2270664" cy="1157841"/>
          </a:xfrm>
          <a:custGeom>
            <a:avLst/>
            <a:gdLst/>
            <a:ahLst/>
            <a:cxnLst/>
            <a:rect l="l" t="t" r="r" b="b"/>
            <a:pathLst>
              <a:path w="2270664" h="1157841">
                <a:moveTo>
                  <a:pt x="0" y="0"/>
                </a:moveTo>
                <a:lnTo>
                  <a:pt x="2270664" y="0"/>
                </a:lnTo>
                <a:lnTo>
                  <a:pt x="2270664" y="1157841"/>
                </a:lnTo>
                <a:lnTo>
                  <a:pt x="0" y="115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873998" y="2364660"/>
            <a:ext cx="4131000" cy="2309580"/>
            <a:chOff x="0" y="0"/>
            <a:chExt cx="5508000" cy="3079440"/>
          </a:xfrm>
        </p:grpSpPr>
        <p:grpSp>
          <p:nvGrpSpPr>
            <p:cNvPr id="15" name="Group 15"/>
            <p:cNvGrpSpPr/>
            <p:nvPr/>
          </p:nvGrpSpPr>
          <p:grpSpPr>
            <a:xfrm>
              <a:off x="162000" y="0"/>
              <a:ext cx="5165280" cy="3079440"/>
              <a:chOff x="0" y="0"/>
              <a:chExt cx="5165280" cy="307944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165217" cy="3079496"/>
              </a:xfrm>
              <a:custGeom>
                <a:avLst/>
                <a:gdLst/>
                <a:ahLst/>
                <a:cxnLst/>
                <a:rect l="l" t="t" r="r" b="b"/>
                <a:pathLst>
                  <a:path w="5165217" h="3079496">
                    <a:moveTo>
                      <a:pt x="0" y="96266"/>
                    </a:moveTo>
                    <a:cubicBezTo>
                      <a:pt x="0" y="43053"/>
                      <a:pt x="43180" y="0"/>
                      <a:pt x="96393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037" y="0"/>
                      <a:pt x="5165217" y="43053"/>
                      <a:pt x="5165217" y="96266"/>
                    </a:cubicBezTo>
                    <a:lnTo>
                      <a:pt x="5155819" y="96266"/>
                    </a:lnTo>
                    <a:lnTo>
                      <a:pt x="5165217" y="96266"/>
                    </a:lnTo>
                    <a:lnTo>
                      <a:pt x="5165217" y="2983230"/>
                    </a:lnTo>
                    <a:lnTo>
                      <a:pt x="5155819" y="2983230"/>
                    </a:lnTo>
                    <a:lnTo>
                      <a:pt x="5165217" y="2983230"/>
                    </a:lnTo>
                    <a:cubicBezTo>
                      <a:pt x="5165217" y="3036443"/>
                      <a:pt x="5122037" y="3079496"/>
                      <a:pt x="5068824" y="3079496"/>
                    </a:cubicBezTo>
                    <a:lnTo>
                      <a:pt x="5068824" y="3070098"/>
                    </a:lnTo>
                    <a:lnTo>
                      <a:pt x="5068824" y="3079496"/>
                    </a:lnTo>
                    <a:lnTo>
                      <a:pt x="96393" y="3079496"/>
                    </a:lnTo>
                    <a:lnTo>
                      <a:pt x="96393" y="3070098"/>
                    </a:lnTo>
                    <a:lnTo>
                      <a:pt x="96393" y="3079496"/>
                    </a:lnTo>
                    <a:cubicBezTo>
                      <a:pt x="43180" y="3079496"/>
                      <a:pt x="0" y="3036443"/>
                      <a:pt x="0" y="2983230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3230"/>
                    </a:lnTo>
                    <a:lnTo>
                      <a:pt x="9398" y="2983230"/>
                    </a:lnTo>
                    <a:lnTo>
                      <a:pt x="18796" y="2983230"/>
                    </a:lnTo>
                    <a:cubicBezTo>
                      <a:pt x="18796" y="3026029"/>
                      <a:pt x="53594" y="3060700"/>
                      <a:pt x="96520" y="3060700"/>
                    </a:cubicBezTo>
                    <a:lnTo>
                      <a:pt x="5068824" y="3060700"/>
                    </a:lnTo>
                    <a:cubicBezTo>
                      <a:pt x="5111750" y="3060700"/>
                      <a:pt x="5146548" y="3026029"/>
                      <a:pt x="5146548" y="2983230"/>
                    </a:cubicBezTo>
                    <a:lnTo>
                      <a:pt x="5146548" y="96266"/>
                    </a:lnTo>
                    <a:cubicBezTo>
                      <a:pt x="5146548" y="53467"/>
                      <a:pt x="5111750" y="18796"/>
                      <a:pt x="5068824" y="18796"/>
                    </a:cubicBezTo>
                    <a:lnTo>
                      <a:pt x="96393" y="18796"/>
                    </a:lnTo>
                    <a:lnTo>
                      <a:pt x="96393" y="9398"/>
                    </a:lnTo>
                    <a:lnTo>
                      <a:pt x="96393" y="18796"/>
                    </a:lnTo>
                    <a:cubicBezTo>
                      <a:pt x="53467" y="18796"/>
                      <a:pt x="18669" y="53467"/>
                      <a:pt x="18669" y="96266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282960"/>
              <a:ext cx="5508000" cy="462960"/>
              <a:chOff x="0" y="0"/>
              <a:chExt cx="5508000" cy="4629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08000" cy="462960"/>
              </a:xfrm>
              <a:custGeom>
                <a:avLst/>
                <a:gdLst/>
                <a:ahLst/>
                <a:cxnLst/>
                <a:rect l="l" t="t" r="r" b="b"/>
                <a:pathLst>
                  <a:path w="5508000" h="462960">
                    <a:moveTo>
                      <a:pt x="0" y="0"/>
                    </a:moveTo>
                    <a:lnTo>
                      <a:pt x="5508000" y="0"/>
                    </a:lnTo>
                    <a:lnTo>
                      <a:pt x="5508000" y="462960"/>
                    </a:lnTo>
                    <a:lnTo>
                      <a:pt x="0" y="4629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5508000" cy="48201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3A3A3A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Deep Learning AI</a:t>
                </a: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713806" y="959040"/>
              <a:ext cx="1975268" cy="1691640"/>
            </a:xfrm>
            <a:custGeom>
              <a:avLst/>
              <a:gdLst/>
              <a:ahLst/>
              <a:cxnLst/>
              <a:rect l="l" t="t" r="r" b="b"/>
              <a:pathLst>
                <a:path w="1975268" h="1691640">
                  <a:moveTo>
                    <a:pt x="0" y="0"/>
                  </a:moveTo>
                  <a:lnTo>
                    <a:pt x="1975268" y="0"/>
                  </a:lnTo>
                  <a:lnTo>
                    <a:pt x="1975268" y="1691640"/>
                  </a:lnTo>
                  <a:lnTo>
                    <a:pt x="0" y="169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7002518" y="5221564"/>
            <a:ext cx="3873960" cy="2311740"/>
            <a:chOff x="0" y="0"/>
            <a:chExt cx="5165280" cy="308232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165280" cy="3082320"/>
              <a:chOff x="0" y="0"/>
              <a:chExt cx="5165280" cy="30823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165344" cy="3082290"/>
              </a:xfrm>
              <a:custGeom>
                <a:avLst/>
                <a:gdLst/>
                <a:ahLst/>
                <a:cxnLst/>
                <a:rect l="l" t="t" r="r" b="b"/>
                <a:pathLst>
                  <a:path w="5165344" h="3082290">
                    <a:moveTo>
                      <a:pt x="0" y="96266"/>
                    </a:moveTo>
                    <a:cubicBezTo>
                      <a:pt x="0" y="43053"/>
                      <a:pt x="43180" y="0"/>
                      <a:pt x="96520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164" y="0"/>
                      <a:pt x="5165344" y="43053"/>
                      <a:pt x="5165344" y="96266"/>
                    </a:cubicBezTo>
                    <a:lnTo>
                      <a:pt x="5155946" y="96266"/>
                    </a:lnTo>
                    <a:lnTo>
                      <a:pt x="5165344" y="96266"/>
                    </a:lnTo>
                    <a:lnTo>
                      <a:pt x="5165344" y="2986024"/>
                    </a:lnTo>
                    <a:lnTo>
                      <a:pt x="5155946" y="2986024"/>
                    </a:lnTo>
                    <a:lnTo>
                      <a:pt x="5165344" y="2986024"/>
                    </a:lnTo>
                    <a:cubicBezTo>
                      <a:pt x="5165344" y="3039237"/>
                      <a:pt x="5122164" y="3082290"/>
                      <a:pt x="5068824" y="3082290"/>
                    </a:cubicBezTo>
                    <a:lnTo>
                      <a:pt x="5068824" y="3072892"/>
                    </a:lnTo>
                    <a:lnTo>
                      <a:pt x="5068824" y="3082290"/>
                    </a:lnTo>
                    <a:lnTo>
                      <a:pt x="96520" y="3082290"/>
                    </a:lnTo>
                    <a:lnTo>
                      <a:pt x="96520" y="3072892"/>
                    </a:lnTo>
                    <a:lnTo>
                      <a:pt x="96520" y="3082290"/>
                    </a:lnTo>
                    <a:cubicBezTo>
                      <a:pt x="43180" y="3082290"/>
                      <a:pt x="0" y="3039237"/>
                      <a:pt x="0" y="2986024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6024"/>
                    </a:lnTo>
                    <a:lnTo>
                      <a:pt x="9398" y="2986024"/>
                    </a:lnTo>
                    <a:lnTo>
                      <a:pt x="18796" y="2986024"/>
                    </a:lnTo>
                    <a:cubicBezTo>
                      <a:pt x="18796" y="3028823"/>
                      <a:pt x="53594" y="3063621"/>
                      <a:pt x="96647" y="3063621"/>
                    </a:cubicBezTo>
                    <a:lnTo>
                      <a:pt x="5068824" y="3063621"/>
                    </a:lnTo>
                    <a:cubicBezTo>
                      <a:pt x="5111750" y="3063621"/>
                      <a:pt x="5146675" y="3028823"/>
                      <a:pt x="5146675" y="2986024"/>
                    </a:cubicBezTo>
                    <a:lnTo>
                      <a:pt x="5146675" y="96266"/>
                    </a:lnTo>
                    <a:cubicBezTo>
                      <a:pt x="5146675" y="53467"/>
                      <a:pt x="5111877" y="18669"/>
                      <a:pt x="5068824" y="18669"/>
                    </a:cubicBezTo>
                    <a:lnTo>
                      <a:pt x="96520" y="18669"/>
                    </a:lnTo>
                    <a:lnTo>
                      <a:pt x="96520" y="9398"/>
                    </a:lnTo>
                    <a:lnTo>
                      <a:pt x="96520" y="18796"/>
                    </a:lnTo>
                    <a:cubicBezTo>
                      <a:pt x="53594" y="18796"/>
                      <a:pt x="18669" y="53594"/>
                      <a:pt x="18669" y="96393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0" y="317880"/>
              <a:ext cx="5108400" cy="919440"/>
              <a:chOff x="0" y="0"/>
              <a:chExt cx="5108400" cy="91944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108400" cy="919440"/>
              </a:xfrm>
              <a:custGeom>
                <a:avLst/>
                <a:gdLst/>
                <a:ahLst/>
                <a:cxnLst/>
                <a:rect l="l" t="t" r="r" b="b"/>
                <a:pathLst>
                  <a:path w="5108400" h="919440">
                    <a:moveTo>
                      <a:pt x="0" y="0"/>
                    </a:moveTo>
                    <a:lnTo>
                      <a:pt x="5108400" y="0"/>
                    </a:lnTo>
                    <a:lnTo>
                      <a:pt x="5108400" y="919440"/>
                    </a:lnTo>
                    <a:lnTo>
                      <a:pt x="0" y="91944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5108400" cy="93849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Nền tảng điện toán đám mây tích hợp</a:t>
                </a:r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621170" y="1224244"/>
              <a:ext cx="1922940" cy="1093436"/>
            </a:xfrm>
            <a:custGeom>
              <a:avLst/>
              <a:gdLst/>
              <a:ahLst/>
              <a:cxnLst/>
              <a:rect l="l" t="t" r="r" b="b"/>
              <a:pathLst>
                <a:path w="1922940" h="1093436">
                  <a:moveTo>
                    <a:pt x="0" y="0"/>
                  </a:moveTo>
                  <a:lnTo>
                    <a:pt x="1922940" y="0"/>
                  </a:lnTo>
                  <a:lnTo>
                    <a:pt x="1922940" y="1093436"/>
                  </a:lnTo>
                  <a:lnTo>
                    <a:pt x="0" y="1093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717200" y="4867560"/>
            <a:ext cx="3588300" cy="1990440"/>
            <a:chOff x="0" y="0"/>
            <a:chExt cx="4784400" cy="2653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84344" cy="2653919"/>
            </a:xfrm>
            <a:custGeom>
              <a:avLst/>
              <a:gdLst/>
              <a:ahLst/>
              <a:cxnLst/>
              <a:rect l="l" t="t" r="r" b="b"/>
              <a:pathLst>
                <a:path w="4784344" h="2653919">
                  <a:moveTo>
                    <a:pt x="0" y="84201"/>
                  </a:moveTo>
                  <a:cubicBezTo>
                    <a:pt x="0" y="37592"/>
                    <a:pt x="37846" y="0"/>
                    <a:pt x="84328" y="0"/>
                  </a:cubicBezTo>
                  <a:lnTo>
                    <a:pt x="4700016" y="0"/>
                  </a:lnTo>
                  <a:lnTo>
                    <a:pt x="4700016" y="9398"/>
                  </a:lnTo>
                  <a:lnTo>
                    <a:pt x="4700016" y="0"/>
                  </a:lnTo>
                  <a:cubicBezTo>
                    <a:pt x="4746625" y="0"/>
                    <a:pt x="4784344" y="37592"/>
                    <a:pt x="4784344" y="84201"/>
                  </a:cubicBezTo>
                  <a:lnTo>
                    <a:pt x="4774946" y="84201"/>
                  </a:lnTo>
                  <a:lnTo>
                    <a:pt x="4784344" y="84201"/>
                  </a:lnTo>
                  <a:lnTo>
                    <a:pt x="4784344" y="2569718"/>
                  </a:lnTo>
                  <a:lnTo>
                    <a:pt x="4774946" y="2569718"/>
                  </a:lnTo>
                  <a:lnTo>
                    <a:pt x="4784344" y="2569718"/>
                  </a:lnTo>
                  <a:cubicBezTo>
                    <a:pt x="4784344" y="2616200"/>
                    <a:pt x="4746498" y="2653919"/>
                    <a:pt x="4700016" y="2653919"/>
                  </a:cubicBezTo>
                  <a:lnTo>
                    <a:pt x="4700016" y="2644521"/>
                  </a:lnTo>
                  <a:lnTo>
                    <a:pt x="4700016" y="2653919"/>
                  </a:lnTo>
                  <a:lnTo>
                    <a:pt x="84328" y="2653919"/>
                  </a:lnTo>
                  <a:lnTo>
                    <a:pt x="84328" y="2644521"/>
                  </a:lnTo>
                  <a:lnTo>
                    <a:pt x="84328" y="2653919"/>
                  </a:lnTo>
                  <a:cubicBezTo>
                    <a:pt x="37719" y="2653919"/>
                    <a:pt x="0" y="2616327"/>
                    <a:pt x="0" y="2569718"/>
                  </a:cubicBezTo>
                  <a:lnTo>
                    <a:pt x="0" y="84201"/>
                  </a:lnTo>
                  <a:lnTo>
                    <a:pt x="9398" y="84201"/>
                  </a:lnTo>
                  <a:lnTo>
                    <a:pt x="0" y="84201"/>
                  </a:lnTo>
                  <a:moveTo>
                    <a:pt x="18669" y="84201"/>
                  </a:moveTo>
                  <a:lnTo>
                    <a:pt x="18669" y="2569718"/>
                  </a:lnTo>
                  <a:lnTo>
                    <a:pt x="9398" y="2569718"/>
                  </a:lnTo>
                  <a:lnTo>
                    <a:pt x="18796" y="2569718"/>
                  </a:lnTo>
                  <a:cubicBezTo>
                    <a:pt x="18796" y="2605786"/>
                    <a:pt x="48133" y="2635123"/>
                    <a:pt x="84455" y="2635123"/>
                  </a:cubicBezTo>
                  <a:lnTo>
                    <a:pt x="4700016" y="2635123"/>
                  </a:lnTo>
                  <a:cubicBezTo>
                    <a:pt x="4736338" y="2635123"/>
                    <a:pt x="4765675" y="2605786"/>
                    <a:pt x="4765675" y="2569718"/>
                  </a:cubicBezTo>
                  <a:lnTo>
                    <a:pt x="4765675" y="84201"/>
                  </a:lnTo>
                  <a:cubicBezTo>
                    <a:pt x="4765675" y="48133"/>
                    <a:pt x="4736338" y="18796"/>
                    <a:pt x="4700016" y="18796"/>
                  </a:cubicBezTo>
                  <a:lnTo>
                    <a:pt x="84328" y="18796"/>
                  </a:lnTo>
                  <a:lnTo>
                    <a:pt x="84328" y="9398"/>
                  </a:lnTo>
                  <a:lnTo>
                    <a:pt x="84328" y="18796"/>
                  </a:lnTo>
                  <a:cubicBezTo>
                    <a:pt x="48006" y="18796"/>
                    <a:pt x="18669" y="48133"/>
                    <a:pt x="18669" y="84201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500120" y="5105160"/>
            <a:ext cx="4065120" cy="369900"/>
            <a:chOff x="0" y="0"/>
            <a:chExt cx="5420160" cy="493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20160" cy="493200"/>
            </a:xfrm>
            <a:custGeom>
              <a:avLst/>
              <a:gdLst/>
              <a:ahLst/>
              <a:cxnLst/>
              <a:rect l="l" t="t" r="r" b="b"/>
              <a:pathLst>
                <a:path w="5420160" h="493200">
                  <a:moveTo>
                    <a:pt x="0" y="0"/>
                  </a:moveTo>
                  <a:lnTo>
                    <a:pt x="5420160" y="0"/>
                  </a:lnTo>
                  <a:lnTo>
                    <a:pt x="5420160" y="493200"/>
                  </a:lnTo>
                  <a:lnTo>
                    <a:pt x="0" y="493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420160" cy="5122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Công nghệ MPF (Hợp nhất đa điểm ảnh)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734621" y="5722470"/>
            <a:ext cx="3542259" cy="811954"/>
          </a:xfrm>
          <a:custGeom>
            <a:avLst/>
            <a:gdLst/>
            <a:ahLst/>
            <a:cxnLst/>
            <a:rect l="l" t="t" r="r" b="b"/>
            <a:pathLst>
              <a:path w="3542259" h="811954">
                <a:moveTo>
                  <a:pt x="0" y="0"/>
                </a:moveTo>
                <a:lnTo>
                  <a:pt x="3542259" y="0"/>
                </a:lnTo>
                <a:lnTo>
                  <a:pt x="3542259" y="811954"/>
                </a:lnTo>
                <a:lnTo>
                  <a:pt x="0" y="811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688580" y="7048620"/>
            <a:ext cx="3588300" cy="2311740"/>
            <a:chOff x="0" y="0"/>
            <a:chExt cx="4784400" cy="308232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4784400" cy="3082320"/>
              <a:chOff x="0" y="0"/>
              <a:chExt cx="4784400" cy="308232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784471" cy="3082290"/>
              </a:xfrm>
              <a:custGeom>
                <a:avLst/>
                <a:gdLst/>
                <a:ahLst/>
                <a:cxnLst/>
                <a:rect l="l" t="t" r="r" b="b"/>
                <a:pathLst>
                  <a:path w="4784471" h="3082290">
                    <a:moveTo>
                      <a:pt x="0" y="96266"/>
                    </a:moveTo>
                    <a:cubicBezTo>
                      <a:pt x="0" y="43053"/>
                      <a:pt x="43180" y="0"/>
                      <a:pt x="96520" y="0"/>
                    </a:cubicBezTo>
                    <a:lnTo>
                      <a:pt x="4687951" y="0"/>
                    </a:lnTo>
                    <a:lnTo>
                      <a:pt x="4687951" y="9398"/>
                    </a:lnTo>
                    <a:lnTo>
                      <a:pt x="4687951" y="0"/>
                    </a:lnTo>
                    <a:cubicBezTo>
                      <a:pt x="4741164" y="0"/>
                      <a:pt x="4784471" y="43053"/>
                      <a:pt x="4784471" y="96266"/>
                    </a:cubicBezTo>
                    <a:lnTo>
                      <a:pt x="4775073" y="96266"/>
                    </a:lnTo>
                    <a:lnTo>
                      <a:pt x="4784471" y="96266"/>
                    </a:lnTo>
                    <a:lnTo>
                      <a:pt x="4784471" y="2986024"/>
                    </a:lnTo>
                    <a:lnTo>
                      <a:pt x="4775073" y="2986024"/>
                    </a:lnTo>
                    <a:lnTo>
                      <a:pt x="4784471" y="2986024"/>
                    </a:lnTo>
                    <a:cubicBezTo>
                      <a:pt x="4784471" y="3039237"/>
                      <a:pt x="4741291" y="3082290"/>
                      <a:pt x="4687951" y="3082290"/>
                    </a:cubicBezTo>
                    <a:lnTo>
                      <a:pt x="4687951" y="3072892"/>
                    </a:lnTo>
                    <a:lnTo>
                      <a:pt x="4687951" y="3082290"/>
                    </a:lnTo>
                    <a:lnTo>
                      <a:pt x="96520" y="3082290"/>
                    </a:lnTo>
                    <a:lnTo>
                      <a:pt x="96520" y="3072892"/>
                    </a:lnTo>
                    <a:lnTo>
                      <a:pt x="96520" y="3082290"/>
                    </a:lnTo>
                    <a:cubicBezTo>
                      <a:pt x="43307" y="3082290"/>
                      <a:pt x="0" y="3039237"/>
                      <a:pt x="0" y="2986024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6024"/>
                    </a:lnTo>
                    <a:lnTo>
                      <a:pt x="9398" y="2986024"/>
                    </a:lnTo>
                    <a:lnTo>
                      <a:pt x="18796" y="2986024"/>
                    </a:lnTo>
                    <a:cubicBezTo>
                      <a:pt x="18796" y="3028823"/>
                      <a:pt x="53594" y="3063621"/>
                      <a:pt x="96520" y="3063621"/>
                    </a:cubicBezTo>
                    <a:lnTo>
                      <a:pt x="4687951" y="3063621"/>
                    </a:lnTo>
                    <a:cubicBezTo>
                      <a:pt x="4730877" y="3063621"/>
                      <a:pt x="4765675" y="3028823"/>
                      <a:pt x="4765675" y="2986024"/>
                    </a:cubicBezTo>
                    <a:lnTo>
                      <a:pt x="4765675" y="96266"/>
                    </a:lnTo>
                    <a:cubicBezTo>
                      <a:pt x="4765675" y="53467"/>
                      <a:pt x="4730877" y="18669"/>
                      <a:pt x="4687951" y="18669"/>
                    </a:cubicBezTo>
                    <a:lnTo>
                      <a:pt x="96520" y="18669"/>
                    </a:lnTo>
                    <a:lnTo>
                      <a:pt x="96520" y="9398"/>
                    </a:lnTo>
                    <a:lnTo>
                      <a:pt x="96520" y="18796"/>
                    </a:lnTo>
                    <a:cubicBezTo>
                      <a:pt x="53594" y="18796"/>
                      <a:pt x="18796" y="53594"/>
                      <a:pt x="18796" y="96393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266400"/>
              <a:ext cx="4775040" cy="493200"/>
              <a:chOff x="0" y="0"/>
              <a:chExt cx="4775040" cy="493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775040" cy="493200"/>
              </a:xfrm>
              <a:custGeom>
                <a:avLst/>
                <a:gdLst/>
                <a:ahLst/>
                <a:cxnLst/>
                <a:rect l="l" t="t" r="r" b="b"/>
                <a:pathLst>
                  <a:path w="4775040" h="493200">
                    <a:moveTo>
                      <a:pt x="0" y="0"/>
                    </a:moveTo>
                    <a:lnTo>
                      <a:pt x="4775040" y="0"/>
                    </a:lnTo>
                    <a:lnTo>
                      <a:pt x="4775040" y="493200"/>
                    </a:lnTo>
                    <a:lnTo>
                      <a:pt x="0" y="49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4775040" cy="51225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Camera mắt diều hâu 3.0</a:t>
                </a:r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320032" y="1013600"/>
              <a:ext cx="2600030" cy="1653790"/>
            </a:xfrm>
            <a:custGeom>
              <a:avLst/>
              <a:gdLst/>
              <a:ahLst/>
              <a:cxnLst/>
              <a:rect l="l" t="t" r="r" b="b"/>
              <a:pathLst>
                <a:path w="2600030" h="1653790">
                  <a:moveTo>
                    <a:pt x="0" y="0"/>
                  </a:moveTo>
                  <a:lnTo>
                    <a:pt x="2600031" y="0"/>
                  </a:lnTo>
                  <a:lnTo>
                    <a:pt x="2600031" y="1653790"/>
                  </a:lnTo>
                  <a:lnTo>
                    <a:pt x="0" y="1653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50" name="Freeform 50"/>
          <p:cNvSpPr/>
          <p:nvPr/>
        </p:nvSpPr>
        <p:spPr>
          <a:xfrm>
            <a:off x="780396" y="2954880"/>
            <a:ext cx="907135" cy="907135"/>
          </a:xfrm>
          <a:custGeom>
            <a:avLst/>
            <a:gdLst/>
            <a:ahLst/>
            <a:cxnLst/>
            <a:rect l="l" t="t" r="r" b="b"/>
            <a:pathLst>
              <a:path w="907135" h="907135">
                <a:moveTo>
                  <a:pt x="0" y="0"/>
                </a:moveTo>
                <a:lnTo>
                  <a:pt x="907135" y="0"/>
                </a:lnTo>
                <a:lnTo>
                  <a:pt x="907135" y="907135"/>
                </a:lnTo>
                <a:lnTo>
                  <a:pt x="0" y="9071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780396" y="5464391"/>
            <a:ext cx="913044" cy="913044"/>
          </a:xfrm>
          <a:custGeom>
            <a:avLst/>
            <a:gdLst/>
            <a:ahLst/>
            <a:cxnLst/>
            <a:rect l="l" t="t" r="r" b="b"/>
            <a:pathLst>
              <a:path w="913044" h="913044">
                <a:moveTo>
                  <a:pt x="0" y="0"/>
                </a:moveTo>
                <a:lnTo>
                  <a:pt x="913044" y="0"/>
                </a:lnTo>
                <a:lnTo>
                  <a:pt x="913044" y="913043"/>
                </a:lnTo>
                <a:lnTo>
                  <a:pt x="0" y="913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837014" y="7935437"/>
            <a:ext cx="856426" cy="856426"/>
          </a:xfrm>
          <a:custGeom>
            <a:avLst/>
            <a:gdLst/>
            <a:ahLst/>
            <a:cxnLst/>
            <a:rect l="l" t="t" r="r" b="b"/>
            <a:pathLst>
              <a:path w="856426" h="856426">
                <a:moveTo>
                  <a:pt x="0" y="0"/>
                </a:moveTo>
                <a:lnTo>
                  <a:pt x="856426" y="0"/>
                </a:lnTo>
                <a:lnTo>
                  <a:pt x="856426" y="856426"/>
                </a:lnTo>
                <a:lnTo>
                  <a:pt x="0" y="8564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6172678" y="6077800"/>
            <a:ext cx="829839" cy="829839"/>
          </a:xfrm>
          <a:custGeom>
            <a:avLst/>
            <a:gdLst/>
            <a:ahLst/>
            <a:cxnLst/>
            <a:rect l="l" t="t" r="r" b="b"/>
            <a:pathLst>
              <a:path w="829839" h="829839">
                <a:moveTo>
                  <a:pt x="0" y="0"/>
                </a:moveTo>
                <a:lnTo>
                  <a:pt x="829840" y="0"/>
                </a:lnTo>
                <a:lnTo>
                  <a:pt x="829840" y="829839"/>
                </a:lnTo>
                <a:lnTo>
                  <a:pt x="0" y="8298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6124338" y="2954880"/>
            <a:ext cx="878179" cy="878179"/>
          </a:xfrm>
          <a:custGeom>
            <a:avLst/>
            <a:gdLst/>
            <a:ahLst/>
            <a:cxnLst/>
            <a:rect l="l" t="t" r="r" b="b"/>
            <a:pathLst>
              <a:path w="878179" h="878179">
                <a:moveTo>
                  <a:pt x="0" y="0"/>
                </a:moveTo>
                <a:lnTo>
                  <a:pt x="878180" y="0"/>
                </a:lnTo>
                <a:lnTo>
                  <a:pt x="878180" y="878179"/>
                </a:lnTo>
                <a:lnTo>
                  <a:pt x="0" y="8781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Nền tảng PLOV 2.0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53192" y="2331589"/>
            <a:ext cx="3588300" cy="2309580"/>
            <a:chOff x="0" y="0"/>
            <a:chExt cx="4784400" cy="3079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84344" cy="3079496"/>
            </a:xfrm>
            <a:custGeom>
              <a:avLst/>
              <a:gdLst/>
              <a:ahLst/>
              <a:cxnLst/>
              <a:rect l="l" t="t" r="r" b="b"/>
              <a:pathLst>
                <a:path w="4784344" h="3079496">
                  <a:moveTo>
                    <a:pt x="0" y="96266"/>
                  </a:moveTo>
                  <a:cubicBezTo>
                    <a:pt x="0" y="43053"/>
                    <a:pt x="43180" y="0"/>
                    <a:pt x="96393" y="0"/>
                  </a:cubicBezTo>
                  <a:lnTo>
                    <a:pt x="4687951" y="0"/>
                  </a:lnTo>
                  <a:lnTo>
                    <a:pt x="4687951" y="9398"/>
                  </a:lnTo>
                  <a:lnTo>
                    <a:pt x="4687951" y="0"/>
                  </a:lnTo>
                  <a:cubicBezTo>
                    <a:pt x="4741164" y="0"/>
                    <a:pt x="4784344" y="43053"/>
                    <a:pt x="4784344" y="96266"/>
                  </a:cubicBezTo>
                  <a:lnTo>
                    <a:pt x="4774946" y="96266"/>
                  </a:lnTo>
                  <a:lnTo>
                    <a:pt x="4784344" y="96266"/>
                  </a:lnTo>
                  <a:lnTo>
                    <a:pt x="4784344" y="2983230"/>
                  </a:lnTo>
                  <a:lnTo>
                    <a:pt x="4774946" y="2983230"/>
                  </a:lnTo>
                  <a:lnTo>
                    <a:pt x="4784344" y="2983230"/>
                  </a:lnTo>
                  <a:cubicBezTo>
                    <a:pt x="4784344" y="3036443"/>
                    <a:pt x="4741164" y="3079496"/>
                    <a:pt x="4687951" y="3079496"/>
                  </a:cubicBezTo>
                  <a:lnTo>
                    <a:pt x="4687951" y="3070098"/>
                  </a:lnTo>
                  <a:lnTo>
                    <a:pt x="4687951" y="3079496"/>
                  </a:lnTo>
                  <a:lnTo>
                    <a:pt x="96393" y="3079496"/>
                  </a:lnTo>
                  <a:lnTo>
                    <a:pt x="96393" y="3070098"/>
                  </a:lnTo>
                  <a:lnTo>
                    <a:pt x="96393" y="3079496"/>
                  </a:lnTo>
                  <a:cubicBezTo>
                    <a:pt x="43180" y="3079496"/>
                    <a:pt x="0" y="3036316"/>
                    <a:pt x="0" y="2983230"/>
                  </a:cubicBezTo>
                  <a:lnTo>
                    <a:pt x="0" y="96266"/>
                  </a:lnTo>
                  <a:lnTo>
                    <a:pt x="9398" y="96266"/>
                  </a:lnTo>
                  <a:lnTo>
                    <a:pt x="0" y="96266"/>
                  </a:lnTo>
                  <a:moveTo>
                    <a:pt x="18669" y="96266"/>
                  </a:moveTo>
                  <a:lnTo>
                    <a:pt x="18669" y="2983230"/>
                  </a:lnTo>
                  <a:lnTo>
                    <a:pt x="9398" y="2983230"/>
                  </a:lnTo>
                  <a:lnTo>
                    <a:pt x="18796" y="2983230"/>
                  </a:lnTo>
                  <a:cubicBezTo>
                    <a:pt x="18796" y="3026029"/>
                    <a:pt x="53594" y="3060700"/>
                    <a:pt x="96520" y="3060700"/>
                  </a:cubicBezTo>
                  <a:lnTo>
                    <a:pt x="4687951" y="3060700"/>
                  </a:lnTo>
                  <a:cubicBezTo>
                    <a:pt x="4730877" y="3060700"/>
                    <a:pt x="4765675" y="3026029"/>
                    <a:pt x="4765675" y="2983230"/>
                  </a:cubicBezTo>
                  <a:lnTo>
                    <a:pt x="4765675" y="96266"/>
                  </a:lnTo>
                  <a:cubicBezTo>
                    <a:pt x="4765675" y="53467"/>
                    <a:pt x="4730877" y="18796"/>
                    <a:pt x="4687951" y="18796"/>
                  </a:cubicBezTo>
                  <a:lnTo>
                    <a:pt x="96393" y="18796"/>
                  </a:lnTo>
                  <a:lnTo>
                    <a:pt x="96393" y="9398"/>
                  </a:lnTo>
                  <a:lnTo>
                    <a:pt x="96393" y="18796"/>
                  </a:lnTo>
                  <a:cubicBezTo>
                    <a:pt x="53467" y="18796"/>
                    <a:pt x="18669" y="53467"/>
                    <a:pt x="18669" y="96266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8175678" y="3053029"/>
            <a:ext cx="2270664" cy="1157841"/>
          </a:xfrm>
          <a:custGeom>
            <a:avLst/>
            <a:gdLst/>
            <a:ahLst/>
            <a:cxnLst/>
            <a:rect l="l" t="t" r="r" b="b"/>
            <a:pathLst>
              <a:path w="2270664" h="1157841">
                <a:moveTo>
                  <a:pt x="0" y="0"/>
                </a:moveTo>
                <a:lnTo>
                  <a:pt x="2270664" y="0"/>
                </a:lnTo>
                <a:lnTo>
                  <a:pt x="2270664" y="1157841"/>
                </a:lnTo>
                <a:lnTo>
                  <a:pt x="0" y="115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06252" y="9096412"/>
            <a:ext cx="6416270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Đảm bảo nguyên liệu trên mỗi máng dẫn được trải đều, tránh chồng xếp lên nhau.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phân loại Deep Learning AI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834746" y="1850310"/>
            <a:ext cx="3873960" cy="2309580"/>
            <a:chOff x="0" y="0"/>
            <a:chExt cx="5165280" cy="307944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165280" cy="3079440"/>
              <a:chOff x="0" y="0"/>
              <a:chExt cx="5165280" cy="30794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165217" cy="3079496"/>
              </a:xfrm>
              <a:custGeom>
                <a:avLst/>
                <a:gdLst/>
                <a:ahLst/>
                <a:cxnLst/>
                <a:rect l="l" t="t" r="r" b="b"/>
                <a:pathLst>
                  <a:path w="5165217" h="3079496">
                    <a:moveTo>
                      <a:pt x="0" y="96266"/>
                    </a:moveTo>
                    <a:cubicBezTo>
                      <a:pt x="0" y="43053"/>
                      <a:pt x="43180" y="0"/>
                      <a:pt x="96393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037" y="0"/>
                      <a:pt x="5165217" y="43053"/>
                      <a:pt x="5165217" y="96266"/>
                    </a:cubicBezTo>
                    <a:lnTo>
                      <a:pt x="5155819" y="96266"/>
                    </a:lnTo>
                    <a:lnTo>
                      <a:pt x="5165217" y="96266"/>
                    </a:lnTo>
                    <a:lnTo>
                      <a:pt x="5165217" y="2983230"/>
                    </a:lnTo>
                    <a:lnTo>
                      <a:pt x="5155819" y="2983230"/>
                    </a:lnTo>
                    <a:lnTo>
                      <a:pt x="5165217" y="2983230"/>
                    </a:lnTo>
                    <a:cubicBezTo>
                      <a:pt x="5165217" y="3036443"/>
                      <a:pt x="5122037" y="3079496"/>
                      <a:pt x="5068824" y="3079496"/>
                    </a:cubicBezTo>
                    <a:lnTo>
                      <a:pt x="5068824" y="3070098"/>
                    </a:lnTo>
                    <a:lnTo>
                      <a:pt x="5068824" y="3079496"/>
                    </a:lnTo>
                    <a:lnTo>
                      <a:pt x="96393" y="3079496"/>
                    </a:lnTo>
                    <a:lnTo>
                      <a:pt x="96393" y="3070098"/>
                    </a:lnTo>
                    <a:lnTo>
                      <a:pt x="96393" y="3079496"/>
                    </a:lnTo>
                    <a:cubicBezTo>
                      <a:pt x="43180" y="3079496"/>
                      <a:pt x="0" y="3036443"/>
                      <a:pt x="0" y="2983230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3230"/>
                    </a:lnTo>
                    <a:lnTo>
                      <a:pt x="9398" y="2983230"/>
                    </a:lnTo>
                    <a:lnTo>
                      <a:pt x="18796" y="2983230"/>
                    </a:lnTo>
                    <a:cubicBezTo>
                      <a:pt x="18796" y="3026029"/>
                      <a:pt x="53594" y="3060700"/>
                      <a:pt x="96520" y="3060700"/>
                    </a:cubicBezTo>
                    <a:lnTo>
                      <a:pt x="5068824" y="3060700"/>
                    </a:lnTo>
                    <a:cubicBezTo>
                      <a:pt x="5111750" y="3060700"/>
                      <a:pt x="5146548" y="3026029"/>
                      <a:pt x="5146548" y="2983230"/>
                    </a:cubicBezTo>
                    <a:lnTo>
                      <a:pt x="5146548" y="96266"/>
                    </a:lnTo>
                    <a:cubicBezTo>
                      <a:pt x="5146548" y="53467"/>
                      <a:pt x="5111750" y="18796"/>
                      <a:pt x="5068824" y="18796"/>
                    </a:cubicBezTo>
                    <a:lnTo>
                      <a:pt x="96393" y="18796"/>
                    </a:lnTo>
                    <a:lnTo>
                      <a:pt x="96393" y="9398"/>
                    </a:lnTo>
                    <a:lnTo>
                      <a:pt x="96393" y="18796"/>
                    </a:lnTo>
                    <a:cubicBezTo>
                      <a:pt x="53467" y="18796"/>
                      <a:pt x="18669" y="53467"/>
                      <a:pt x="18669" y="96266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1551806" y="959040"/>
              <a:ext cx="1975268" cy="1691640"/>
            </a:xfrm>
            <a:custGeom>
              <a:avLst/>
              <a:gdLst/>
              <a:ahLst/>
              <a:cxnLst/>
              <a:rect l="l" t="t" r="r" b="b"/>
              <a:pathLst>
                <a:path w="1975268" h="1691640">
                  <a:moveTo>
                    <a:pt x="0" y="0"/>
                  </a:moveTo>
                  <a:lnTo>
                    <a:pt x="1975268" y="0"/>
                  </a:lnTo>
                  <a:lnTo>
                    <a:pt x="1975268" y="1691640"/>
                  </a:lnTo>
                  <a:lnTo>
                    <a:pt x="0" y="169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769898" y="4323617"/>
            <a:ext cx="6416270" cy="92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Bằng trí tuệ nhân tạo AI, mang tính đột phá đột phá cho ngành phân loại màu, đánh dấu bước tiến từ “nhận diện” sang “hiểu biết”.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hợp nhất đa điểm ảnh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004405" y="2332861"/>
            <a:ext cx="8279190" cy="4053812"/>
            <a:chOff x="0" y="0"/>
            <a:chExt cx="11038920" cy="5405082"/>
          </a:xfrm>
        </p:grpSpPr>
        <p:grpSp>
          <p:nvGrpSpPr>
            <p:cNvPr id="10" name="Group 10"/>
            <p:cNvGrpSpPr/>
            <p:nvPr/>
          </p:nvGrpSpPr>
          <p:grpSpPr>
            <a:xfrm>
              <a:off x="589485" y="0"/>
              <a:ext cx="9744105" cy="5405082"/>
              <a:chOff x="0" y="0"/>
              <a:chExt cx="4784400" cy="26539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784344" cy="2653919"/>
              </a:xfrm>
              <a:custGeom>
                <a:avLst/>
                <a:gdLst/>
                <a:ahLst/>
                <a:cxnLst/>
                <a:rect l="l" t="t" r="r" b="b"/>
                <a:pathLst>
                  <a:path w="4784344" h="2653919">
                    <a:moveTo>
                      <a:pt x="0" y="84201"/>
                    </a:moveTo>
                    <a:cubicBezTo>
                      <a:pt x="0" y="37592"/>
                      <a:pt x="37846" y="0"/>
                      <a:pt x="84328" y="0"/>
                    </a:cubicBezTo>
                    <a:lnTo>
                      <a:pt x="4700016" y="0"/>
                    </a:lnTo>
                    <a:lnTo>
                      <a:pt x="4700016" y="9398"/>
                    </a:lnTo>
                    <a:lnTo>
                      <a:pt x="4700016" y="0"/>
                    </a:lnTo>
                    <a:cubicBezTo>
                      <a:pt x="4746625" y="0"/>
                      <a:pt x="4784344" y="37592"/>
                      <a:pt x="4784344" y="84201"/>
                    </a:cubicBezTo>
                    <a:lnTo>
                      <a:pt x="4774946" y="84201"/>
                    </a:lnTo>
                    <a:lnTo>
                      <a:pt x="4784344" y="84201"/>
                    </a:lnTo>
                    <a:lnTo>
                      <a:pt x="4784344" y="2569718"/>
                    </a:lnTo>
                    <a:lnTo>
                      <a:pt x="4774946" y="2569718"/>
                    </a:lnTo>
                    <a:lnTo>
                      <a:pt x="4784344" y="2569718"/>
                    </a:lnTo>
                    <a:cubicBezTo>
                      <a:pt x="4784344" y="2616200"/>
                      <a:pt x="4746498" y="2653919"/>
                      <a:pt x="4700016" y="2653919"/>
                    </a:cubicBezTo>
                    <a:lnTo>
                      <a:pt x="4700016" y="2644521"/>
                    </a:lnTo>
                    <a:lnTo>
                      <a:pt x="4700016" y="2653919"/>
                    </a:lnTo>
                    <a:lnTo>
                      <a:pt x="84328" y="2653919"/>
                    </a:lnTo>
                    <a:lnTo>
                      <a:pt x="84328" y="2644521"/>
                    </a:lnTo>
                    <a:lnTo>
                      <a:pt x="84328" y="2653919"/>
                    </a:lnTo>
                    <a:cubicBezTo>
                      <a:pt x="37719" y="2653919"/>
                      <a:pt x="0" y="2616327"/>
                      <a:pt x="0" y="2569718"/>
                    </a:cubicBezTo>
                    <a:lnTo>
                      <a:pt x="0" y="84201"/>
                    </a:lnTo>
                    <a:lnTo>
                      <a:pt x="9398" y="84201"/>
                    </a:lnTo>
                    <a:lnTo>
                      <a:pt x="0" y="84201"/>
                    </a:lnTo>
                    <a:moveTo>
                      <a:pt x="18669" y="84201"/>
                    </a:moveTo>
                    <a:lnTo>
                      <a:pt x="18669" y="2569718"/>
                    </a:lnTo>
                    <a:lnTo>
                      <a:pt x="9398" y="2569718"/>
                    </a:lnTo>
                    <a:lnTo>
                      <a:pt x="18796" y="2569718"/>
                    </a:lnTo>
                    <a:cubicBezTo>
                      <a:pt x="18796" y="2605786"/>
                      <a:pt x="48133" y="2635123"/>
                      <a:pt x="84455" y="2635123"/>
                    </a:cubicBezTo>
                    <a:lnTo>
                      <a:pt x="4700016" y="2635123"/>
                    </a:lnTo>
                    <a:cubicBezTo>
                      <a:pt x="4736338" y="2635123"/>
                      <a:pt x="4765675" y="2605786"/>
                      <a:pt x="4765675" y="2569718"/>
                    </a:cubicBezTo>
                    <a:lnTo>
                      <a:pt x="4765675" y="84201"/>
                    </a:lnTo>
                    <a:cubicBezTo>
                      <a:pt x="4765675" y="48133"/>
                      <a:pt x="4736338" y="18796"/>
                      <a:pt x="4700016" y="18796"/>
                    </a:cubicBezTo>
                    <a:lnTo>
                      <a:pt x="84328" y="18796"/>
                    </a:lnTo>
                    <a:lnTo>
                      <a:pt x="84328" y="9398"/>
                    </a:lnTo>
                    <a:lnTo>
                      <a:pt x="84328" y="18796"/>
                    </a:lnTo>
                    <a:cubicBezTo>
                      <a:pt x="48006" y="18796"/>
                      <a:pt x="18669" y="48133"/>
                      <a:pt x="18669" y="84201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0" y="645208"/>
              <a:ext cx="11038920" cy="1004471"/>
              <a:chOff x="0" y="0"/>
              <a:chExt cx="5420160" cy="493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20160" cy="493200"/>
              </a:xfrm>
              <a:custGeom>
                <a:avLst/>
                <a:gdLst/>
                <a:ahLst/>
                <a:cxnLst/>
                <a:rect l="l" t="t" r="r" b="b"/>
                <a:pathLst>
                  <a:path w="5420160" h="493200">
                    <a:moveTo>
                      <a:pt x="0" y="0"/>
                    </a:moveTo>
                    <a:lnTo>
                      <a:pt x="5420160" y="0"/>
                    </a:lnTo>
                    <a:lnTo>
                      <a:pt x="5420160" y="493200"/>
                    </a:lnTo>
                    <a:lnTo>
                      <a:pt x="0" y="49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5420160" cy="50272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799"/>
                  </a:lnSpc>
                </a:pPr>
                <a:r>
                  <a:rPr lang="en-US" sz="1499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MPF (Hợp nhất đa điểm ảnh)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36792" y="2321526"/>
              <a:ext cx="9619080" cy="2204877"/>
            </a:xfrm>
            <a:custGeom>
              <a:avLst/>
              <a:gdLst/>
              <a:ahLst/>
              <a:cxnLst/>
              <a:rect l="l" t="t" r="r" b="b"/>
              <a:pathLst>
                <a:path w="9619080" h="2204877">
                  <a:moveTo>
                    <a:pt x="0" y="0"/>
                  </a:moveTo>
                  <a:lnTo>
                    <a:pt x="9619080" y="0"/>
                  </a:lnTo>
                  <a:lnTo>
                    <a:pt x="9619080" y="2204878"/>
                  </a:lnTo>
                  <a:lnTo>
                    <a:pt x="0" y="220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585751" y="6862922"/>
            <a:ext cx="7341597" cy="92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Căn cứ vào đặc điểm vùng quang phổ hồng ngoại từ đó phân biệt được nhiều nguyên liệu khác nhau về bản chất ngoại quang.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330811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điều khiển kiểu đám mây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804773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2020591" y="2489587"/>
            <a:ext cx="2028699" cy="1153574"/>
          </a:xfrm>
          <a:custGeom>
            <a:avLst/>
            <a:gdLst/>
            <a:ahLst/>
            <a:cxnLst/>
            <a:rect l="l" t="t" r="r" b="b"/>
            <a:pathLst>
              <a:path w="2028699" h="1153574">
                <a:moveTo>
                  <a:pt x="0" y="0"/>
                </a:moveTo>
                <a:lnTo>
                  <a:pt x="2028699" y="0"/>
                </a:lnTo>
                <a:lnTo>
                  <a:pt x="2028699" y="1153574"/>
                </a:lnTo>
                <a:lnTo>
                  <a:pt x="0" y="1153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73537" y="2752123"/>
            <a:ext cx="11007345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Công nghệ phân loại chất lượng được hỗ trợ bởi AI, giúp xử lý tốc độ cao với các thuật toán thông minh và phân tích dữ liệu logic.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69480" y="4005111"/>
            <a:ext cx="14764821" cy="730151"/>
            <a:chOff x="0" y="0"/>
            <a:chExt cx="19686428" cy="973534"/>
          </a:xfrm>
        </p:grpSpPr>
        <p:grpSp>
          <p:nvGrpSpPr>
            <p:cNvPr id="12" name="Group 12"/>
            <p:cNvGrpSpPr/>
            <p:nvPr/>
          </p:nvGrpSpPr>
          <p:grpSpPr>
            <a:xfrm>
              <a:off x="1553948" y="0"/>
              <a:ext cx="18132480" cy="973534"/>
              <a:chOff x="0" y="0"/>
              <a:chExt cx="18132480" cy="9735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8132481" cy="973534"/>
              </a:xfrm>
              <a:custGeom>
                <a:avLst/>
                <a:gdLst/>
                <a:ahLst/>
                <a:cxnLst/>
                <a:rect l="l" t="t" r="r" b="b"/>
                <a:pathLst>
                  <a:path w="18132481" h="973534">
                    <a:moveTo>
                      <a:pt x="0" y="0"/>
                    </a:moveTo>
                    <a:lnTo>
                      <a:pt x="18132481" y="0"/>
                    </a:lnTo>
                    <a:lnTo>
                      <a:pt x="18132481" y="973534"/>
                    </a:lnTo>
                    <a:lnTo>
                      <a:pt x="0" y="97353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8132480" cy="1002109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1" spc="-1">
                    <a:solidFill>
                      <a:srgbClr val="3A3A3A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Công nghệ Camera mắt diều hâu 3.0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592294"/>
              <a:ext cx="1209600" cy="111600"/>
              <a:chOff x="0" y="0"/>
              <a:chExt cx="1209600" cy="111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09548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209548" h="111633">
                    <a:moveTo>
                      <a:pt x="0" y="0"/>
                    </a:moveTo>
                    <a:lnTo>
                      <a:pt x="1209548" y="0"/>
                    </a:lnTo>
                    <a:lnTo>
                      <a:pt x="1209548" y="111633"/>
                    </a:lnTo>
                    <a:lnTo>
                      <a:pt x="0" y="111633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4373537" y="4930544"/>
            <a:ext cx="11192874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Hệ thống camera mắt diều hâu + camera holographic nhận biết chính xác những khác biệt nhỏ về màu sắc và hình dạng.</a:t>
            </a:r>
          </a:p>
        </p:txBody>
      </p:sp>
      <p:sp>
        <p:nvSpPr>
          <p:cNvPr id="18" name="Freeform 18"/>
          <p:cNvSpPr/>
          <p:nvPr/>
        </p:nvSpPr>
        <p:spPr>
          <a:xfrm>
            <a:off x="2020591" y="4750704"/>
            <a:ext cx="1915568" cy="1315464"/>
          </a:xfrm>
          <a:custGeom>
            <a:avLst/>
            <a:gdLst/>
            <a:ahLst/>
            <a:cxnLst/>
            <a:rect l="l" t="t" r="r" b="b"/>
            <a:pathLst>
              <a:path w="1915568" h="1315464">
                <a:moveTo>
                  <a:pt x="0" y="0"/>
                </a:moveTo>
                <a:lnTo>
                  <a:pt x="1915568" y="0"/>
                </a:lnTo>
                <a:lnTo>
                  <a:pt x="1915568" y="1315464"/>
                </a:lnTo>
                <a:lnTo>
                  <a:pt x="0" y="1315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64"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d80025-6475-4237-a7c6-e7c9a98c6820" xsi:nil="true"/>
    <lcf76f155ced4ddcb4097134ff3c332f xmlns="83f55c39-acef-4460-a735-3f4b57f232e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6CF4703E1424FA7FF622E3867A041" ma:contentTypeVersion="17" ma:contentTypeDescription="Create a new document." ma:contentTypeScope="" ma:versionID="20e2c4d3449453059d80ecbae52a3695">
  <xsd:schema xmlns:xsd="http://www.w3.org/2001/XMLSchema" xmlns:xs="http://www.w3.org/2001/XMLSchema" xmlns:p="http://schemas.microsoft.com/office/2006/metadata/properties" xmlns:ns2="83f55c39-acef-4460-a735-3f4b57f232ed" xmlns:ns3="cfd80025-6475-4237-a7c6-e7c9a98c6820" targetNamespace="http://schemas.microsoft.com/office/2006/metadata/properties" ma:root="true" ma:fieldsID="3a2b89cee53b993185402340728f2b99" ns2:_="" ns3:_="">
    <xsd:import namespace="83f55c39-acef-4460-a735-3f4b57f232ed"/>
    <xsd:import namespace="cfd80025-6475-4237-a7c6-e7c9a98c6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55c39-acef-4460-a735-3f4b57f232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8a9c49b-86db-436f-a22f-4238268e2c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d80025-6475-4237-a7c6-e7c9a98c682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c876ba-79c2-4d30-abb5-79655f061076}" ma:internalName="TaxCatchAll" ma:showField="CatchAllData" ma:web="cfd80025-6475-4237-a7c6-e7c9a98c68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21095A-FC45-4021-84C4-343CD6B17741}">
  <ds:schemaRefs>
    <ds:schemaRef ds:uri="http://schemas.microsoft.com/office/2006/metadata/properties"/>
    <ds:schemaRef ds:uri="http://schemas.microsoft.com/office/infopath/2007/PartnerControls"/>
    <ds:schemaRef ds:uri="cfd80025-6475-4237-a7c6-e7c9a98c6820"/>
    <ds:schemaRef ds:uri="83f55c39-acef-4460-a735-3f4b57f232ed"/>
  </ds:schemaRefs>
</ds:datastoreItem>
</file>

<file path=customXml/itemProps2.xml><?xml version="1.0" encoding="utf-8"?>
<ds:datastoreItem xmlns:ds="http://schemas.openxmlformats.org/officeDocument/2006/customXml" ds:itemID="{1C5CAB88-FDD0-4CD2-A666-604D91D9AC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BB442A-1049-4ECE-8B96-F564130E1C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f55c39-acef-4460-a735-3f4b57f232ed"/>
    <ds:schemaRef ds:uri="cfd80025-6475-4237-a7c6-e7c9a98c68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239</Words>
  <Application>Microsoft Office PowerPoint</Application>
  <PresentationFormat>Custom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Arimo Bold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 tea color sorter dịch.ppt</dc:title>
  <dc:creator>Phan Luong Hai</dc:creator>
  <cp:lastModifiedBy>Hải Phan</cp:lastModifiedBy>
  <cp:revision>2</cp:revision>
  <dcterms:created xsi:type="dcterms:W3CDTF">2006-08-16T00:00:00Z</dcterms:created>
  <dcterms:modified xsi:type="dcterms:W3CDTF">2026-09-15T08:35:14Z</dcterms:modified>
  <dc:identifier>DAGnkZtiDAE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0x010100AAD6CF4703E1424FA7FF622E3867A041</vt:lpwstr>
  </property>
</Properties>
</file>